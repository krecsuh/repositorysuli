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677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0804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0851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99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413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019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617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802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502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285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3570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1825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9775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980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4443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094C7B-CDBE-4ED8-A16E-CF33E3122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 tudás fája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CA69FCC-17F8-4AF3-870F-F85FD7179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4986867"/>
            <a:ext cx="10831666" cy="728954"/>
          </a:xfrm>
        </p:spPr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Feke</a:t>
            </a:r>
            <a:r>
              <a:rPr lang="hu-HU" dirty="0"/>
              <a:t> Gergő</a:t>
            </a:r>
          </a:p>
        </p:txBody>
      </p:sp>
    </p:spTree>
    <p:extLst>
      <p:ext uri="{BB962C8B-B14F-4D97-AF65-F5344CB8AC3E}">
        <p14:creationId xmlns:p14="http://schemas.microsoft.com/office/powerpoint/2010/main" val="373385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58663C-E8AE-4896-91BA-4EE8536D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C15FF2-05B9-4F48-A046-5580B7EA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261533"/>
            <a:ext cx="11898219" cy="5571067"/>
          </a:xfrm>
        </p:spPr>
        <p:txBody>
          <a:bodyPr/>
          <a:lstStyle/>
          <a:p>
            <a:r>
              <a:rPr lang="hu-HU" dirty="0"/>
              <a:t>A program egy kvízjáték, amelyben a felhasználó kérdésekre válaszol.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dirty="0"/>
              <a:t>Fő funkciók: </a:t>
            </a:r>
          </a:p>
          <a:p>
            <a:pPr lvl="4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Kérdések betöltése fájlból</a:t>
            </a:r>
          </a:p>
          <a:p>
            <a:pPr marL="2285700" lvl="5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4 Válaszlehetőség</a:t>
            </a:r>
          </a:p>
          <a:p>
            <a:pPr marL="1943100" lvl="4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Életrendszer (3 élet)</a:t>
            </a:r>
          </a:p>
          <a:p>
            <a:pPr marL="2285700" lvl="5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Válasz ellenőrzése</a:t>
            </a:r>
          </a:p>
          <a:p>
            <a:pPr marL="1943100" lvl="4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Magyarázat megjelenítése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6999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2E966F-EBDC-4EEE-8275-E5069F6E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Adatok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F6B091-6289-4B95-BA32-A0D63C89B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31" y="2296409"/>
            <a:ext cx="10554574" cy="3636511"/>
          </a:xfrm>
        </p:spPr>
        <p:txBody>
          <a:bodyPr/>
          <a:lstStyle/>
          <a:p>
            <a:r>
              <a:rPr lang="hu-HU" dirty="0"/>
              <a:t>A kérdések egy </a:t>
            </a:r>
            <a:r>
              <a:rPr lang="hu-HU" b="1" dirty="0"/>
              <a:t>szövegfájlból</a:t>
            </a:r>
            <a:r>
              <a:rPr lang="hu-HU" dirty="0"/>
              <a:t> töltődnek be.</a:t>
            </a:r>
          </a:p>
          <a:p>
            <a:r>
              <a:rPr lang="hu-HU" dirty="0"/>
              <a:t>A kérdéseket egy </a:t>
            </a:r>
            <a:r>
              <a:rPr lang="hu-HU" b="1" dirty="0"/>
              <a:t>Listában</a:t>
            </a:r>
            <a:r>
              <a:rPr lang="hu-HU" dirty="0"/>
              <a:t> tároljuk:</a:t>
            </a:r>
          </a:p>
          <a:p>
            <a:r>
              <a:rPr lang="hu-HU" dirty="0"/>
              <a:t>Ez tartalmazza:</a:t>
            </a:r>
          </a:p>
          <a:p>
            <a:pPr lvl="2"/>
            <a:r>
              <a:rPr lang="hu-HU" dirty="0"/>
              <a:t>kérdés</a:t>
            </a:r>
          </a:p>
          <a:p>
            <a:pPr lvl="2"/>
            <a:r>
              <a:rPr lang="hu-HU" dirty="0"/>
              <a:t>válaszok</a:t>
            </a:r>
          </a:p>
          <a:p>
            <a:pPr lvl="2"/>
            <a:r>
              <a:rPr lang="hu-HU" dirty="0"/>
              <a:t>helyes válasz</a:t>
            </a:r>
          </a:p>
          <a:p>
            <a:pPr lvl="2"/>
            <a:r>
              <a:rPr lang="hu-HU" dirty="0"/>
              <a:t>magyarázat</a:t>
            </a:r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8D4FA82-B403-443A-9F32-9CF3CD8A5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770" y="2779143"/>
            <a:ext cx="5544324" cy="1810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00BB719-A448-43F4-9CB7-ED8355E22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4" y="3199432"/>
            <a:ext cx="6439799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7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13BE1A-454D-498D-81E7-A1084A61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Kérdés megjelenítése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0C098CD-7ABF-4C1E-A4AD-650C01074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312" y="2078158"/>
            <a:ext cx="617194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hu-HU" dirty="0" err="1"/>
              <a:t>KerdesKiiras</a:t>
            </a:r>
            <a:r>
              <a:rPr lang="hu-HU" dirty="0"/>
              <a:t>()</a:t>
            </a:r>
            <a:r>
              <a:rPr kumimoji="0" lang="hu-HU" altLang="hu-H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függvény írja ki a kérdést és a válaszokat.</a:t>
            </a:r>
          </a:p>
          <a:p>
            <a:r>
              <a:rPr lang="hu-HU" dirty="0"/>
              <a:t>Feladata:</a:t>
            </a:r>
          </a:p>
          <a:p>
            <a:pPr lvl="2"/>
            <a:r>
              <a:rPr lang="hu-HU" dirty="0"/>
              <a:t>aktuális kérdés betöltése</a:t>
            </a:r>
          </a:p>
          <a:p>
            <a:pPr lvl="2"/>
            <a:r>
              <a:rPr lang="hu-HU" dirty="0"/>
              <a:t>válaszok megjelenítése</a:t>
            </a:r>
          </a:p>
          <a:p>
            <a:pPr lvl="2"/>
            <a:r>
              <a:rPr lang="hu-HU" dirty="0"/>
              <a:t>gombok színének visszaállítása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3E3A7324-AC06-47F9-8ECC-40A7FAE53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419" y="1975781"/>
            <a:ext cx="4567122" cy="182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6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3DAEE8-E48F-4248-98B3-5472C49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836655"/>
            <a:ext cx="10571998" cy="970450"/>
          </a:xfrm>
        </p:spPr>
        <p:txBody>
          <a:bodyPr/>
          <a:lstStyle/>
          <a:p>
            <a:r>
              <a:rPr lang="hu-HU" dirty="0"/>
              <a:t>Válasz ellenőrzése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C16552-A7B4-4087-BA94-78697504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28" y="1019129"/>
            <a:ext cx="10554574" cy="3636511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Valasz_Click</a:t>
            </a:r>
            <a:r>
              <a:rPr lang="hu-HU" dirty="0"/>
              <a:t>() metódus ellenőrzi a választ.</a:t>
            </a:r>
          </a:p>
          <a:p>
            <a:r>
              <a:rPr lang="hu-HU" dirty="0"/>
              <a:t>Ha a válasz:</a:t>
            </a:r>
          </a:p>
          <a:p>
            <a:pPr lvl="2"/>
            <a:r>
              <a:rPr lang="hu-HU" dirty="0"/>
              <a:t>helyes → zöld</a:t>
            </a:r>
          </a:p>
          <a:p>
            <a:pPr lvl="2"/>
            <a:r>
              <a:rPr lang="hu-HU" dirty="0"/>
              <a:t>rossz → piros és élet csökken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C7D60C4-8A6E-45E9-BD99-6D50CE5A6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934" y="1989579"/>
            <a:ext cx="3924848" cy="2353003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C518E83-AF5D-42E4-A07D-25DDDDE72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2" y="4095060"/>
            <a:ext cx="4982270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51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FFC1A8-486A-4675-BE5E-A3AFE886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719904"/>
            <a:ext cx="10571998" cy="970450"/>
          </a:xfrm>
        </p:spPr>
        <p:txBody>
          <a:bodyPr/>
          <a:lstStyle/>
          <a:p>
            <a:r>
              <a:rPr lang="hu-HU" dirty="0"/>
              <a:t>Életrendszer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A6182A-7D93-4CE1-B251-A19036F9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2599267"/>
            <a:ext cx="10292226" cy="264798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A </a:t>
            </a:r>
            <a:r>
              <a:rPr lang="fr-FR" dirty="0" err="1"/>
              <a:t>játékos</a:t>
            </a:r>
            <a:r>
              <a:rPr lang="fr-FR" dirty="0"/>
              <a:t> 3 </a:t>
            </a:r>
            <a:r>
              <a:rPr lang="fr-FR" dirty="0" err="1"/>
              <a:t>élettel</a:t>
            </a:r>
            <a:r>
              <a:rPr lang="fr-FR" dirty="0"/>
              <a:t> </a:t>
            </a:r>
            <a:r>
              <a:rPr lang="fr-FR" dirty="0" err="1"/>
              <a:t>kezd</a:t>
            </a:r>
            <a:r>
              <a:rPr lang="fr-FR" dirty="0"/>
              <a:t>.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fr-FR" dirty="0" err="1"/>
              <a:t>Az</a:t>
            </a:r>
            <a:r>
              <a:rPr lang="fr-FR" dirty="0"/>
              <a:t> </a:t>
            </a:r>
            <a:r>
              <a:rPr lang="fr-FR" dirty="0" err="1"/>
              <a:t>életek</a:t>
            </a:r>
            <a:r>
              <a:rPr lang="fr-FR" dirty="0"/>
              <a:t> </a:t>
            </a:r>
            <a:r>
              <a:rPr lang="fr-FR" dirty="0" err="1"/>
              <a:t>frissítése</a:t>
            </a:r>
            <a:r>
              <a:rPr lang="fr-FR" dirty="0"/>
              <a:t>: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fr-FR" dirty="0"/>
              <a:t>Ha </a:t>
            </a:r>
            <a:r>
              <a:rPr lang="fr-FR" dirty="0" err="1"/>
              <a:t>az</a:t>
            </a:r>
            <a:r>
              <a:rPr lang="fr-FR" dirty="0"/>
              <a:t> </a:t>
            </a:r>
            <a:r>
              <a:rPr lang="fr-FR" dirty="0" err="1"/>
              <a:t>életek</a:t>
            </a:r>
            <a:r>
              <a:rPr lang="fr-FR" dirty="0"/>
              <a:t> </a:t>
            </a:r>
            <a:r>
              <a:rPr lang="fr-FR" dirty="0" err="1"/>
              <a:t>elfogynak</a:t>
            </a:r>
            <a:r>
              <a:rPr lang="fr-FR" dirty="0"/>
              <a:t>:</a:t>
            </a:r>
          </a:p>
          <a:p>
            <a:endParaRPr lang="fr-FR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03EFF0A-B662-43CE-8A92-15D5524B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29" y="2337502"/>
            <a:ext cx="2727429" cy="33971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74EF340-6C4F-41EC-A35F-F2335ECC9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663" y="3278700"/>
            <a:ext cx="4745120" cy="71094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A0CE7217-2323-4A9D-A5AE-803B72398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130" y="4337158"/>
            <a:ext cx="3514859" cy="91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2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DFCC30-529C-406D-B1FC-D0BE7925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00" y="895921"/>
            <a:ext cx="10571998" cy="970450"/>
          </a:xfrm>
        </p:spPr>
        <p:txBody>
          <a:bodyPr/>
          <a:lstStyle/>
          <a:p>
            <a:r>
              <a:rPr lang="hu-HU" dirty="0"/>
              <a:t>Magyarázat megjelenítése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9CF63F-1512-4415-86AB-A64648034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1822" y="2628640"/>
            <a:ext cx="10554574" cy="3636511"/>
          </a:xfrm>
        </p:spPr>
        <p:txBody>
          <a:bodyPr/>
          <a:lstStyle/>
          <a:p>
            <a:r>
              <a:rPr lang="hu-HU" dirty="0"/>
              <a:t>A játék minden kérdéshez magyarázatot is tartalmazza.</a:t>
            </a:r>
          </a:p>
          <a:p>
            <a:r>
              <a:rPr lang="hu-HU" dirty="0"/>
              <a:t>Ez segít a felhasználónak megérteni a helyes választ.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0F3265F-3484-4822-AC30-EC75BA9D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080" y="4006665"/>
            <a:ext cx="5421054" cy="68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5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FE5261-4626-4021-BD27-64D864A6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ADAE517-7DD1-4F55-8B0A-B8D0B3D0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program fő elemei:</a:t>
            </a:r>
          </a:p>
          <a:p>
            <a:pPr lvl="1"/>
            <a:r>
              <a:rPr lang="hu-HU" dirty="0"/>
              <a:t>Fájlból betöltött kérdések.</a:t>
            </a:r>
          </a:p>
          <a:p>
            <a:pPr lvl="1"/>
            <a:r>
              <a:rPr lang="hu-HU" dirty="0"/>
              <a:t>Válasz ellenőrzés.</a:t>
            </a:r>
          </a:p>
          <a:p>
            <a:pPr lvl="1"/>
            <a:r>
              <a:rPr lang="hu-HU" dirty="0"/>
              <a:t>Életrendszer.</a:t>
            </a:r>
          </a:p>
          <a:p>
            <a:pPr lvl="1"/>
            <a:r>
              <a:rPr lang="hu-HU" dirty="0"/>
              <a:t>Magyarázat megjelenítése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881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egyezhető">
  <a:themeElements>
    <a:clrScheme name="Jegyezhető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Jegyezhető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Jegyezhető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TM03457503[[fn=Jegyezhető]]</Template>
  <TotalTime>0</TotalTime>
  <Words>166</Words>
  <Application>Microsoft Office PowerPoint</Application>
  <PresentationFormat>Szélesvásznú</PresentationFormat>
  <Paragraphs>47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2</vt:lpstr>
      <vt:lpstr>Jegyezhető</vt:lpstr>
      <vt:lpstr>A tudás fája</vt:lpstr>
      <vt:lpstr>A program célja</vt:lpstr>
      <vt:lpstr>Adatok kezelése</vt:lpstr>
      <vt:lpstr>Kérdés megjelenítése</vt:lpstr>
      <vt:lpstr>Válasz ellenőrzése </vt:lpstr>
      <vt:lpstr>Életrendszer </vt:lpstr>
      <vt:lpstr>Magyarázat megjelenítése </vt:lpstr>
      <vt:lpstr>Összegzés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tudás fája</dc:title>
  <dc:creator>Atsuhy</dc:creator>
  <cp:lastModifiedBy>Atsuhy</cp:lastModifiedBy>
  <cp:revision>6</cp:revision>
  <dcterms:created xsi:type="dcterms:W3CDTF">2026-03-16T07:16:30Z</dcterms:created>
  <dcterms:modified xsi:type="dcterms:W3CDTF">2026-03-16T08:07:41Z</dcterms:modified>
</cp:coreProperties>
</file>