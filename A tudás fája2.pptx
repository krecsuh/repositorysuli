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5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45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-3175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ln/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0001" y="1449147"/>
            <a:ext cx="10572000" cy="2971051"/>
          </a:xfrm>
        </p:spPr>
        <p:txBody>
          <a:bodyPr/>
          <a:lstStyle>
            <a:lvl1pPr>
              <a:defRPr sz="54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0001" y="5280847"/>
            <a:ext cx="10572000" cy="434974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hu-HU"/>
              <a:t>Kattintson ide az alcím mintájának szerkesztéséhez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2650DB-8017-423E-BFF6-DD03BCBF6F0A}" type="datetimeFigureOut">
              <a:rPr lang="hu-HU" smtClean="0"/>
              <a:t>2026. 03. 16.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5AE39-264F-4B4E-ADB5-41852A5A5BD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7967761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</p:spPr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8712" y="2222287"/>
            <a:ext cx="10554574" cy="3636511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2650DB-8017-423E-BFF6-DD03BCBF6F0A}" type="datetimeFigureOut">
              <a:rPr lang="hu-HU" smtClean="0"/>
              <a:t>2026. 03. 16.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5AE39-264F-4B4E-ADB5-41852A5A5BD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5908047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7"/>
          <p:cNvSpPr/>
          <p:nvPr/>
        </p:nvSpPr>
        <p:spPr bwMode="auto">
          <a:xfrm>
            <a:off x="0" y="1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0" y="0"/>
                </a:moveTo>
                <a:lnTo>
                  <a:pt x="5760" y="0"/>
                </a:lnTo>
                <a:lnTo>
                  <a:pt x="5760" y="3090"/>
                </a:lnTo>
                <a:lnTo>
                  <a:pt x="4817" y="3090"/>
                </a:lnTo>
                <a:lnTo>
                  <a:pt x="4637" y="3270"/>
                </a:lnTo>
                <a:lnTo>
                  <a:pt x="4637" y="3270"/>
                </a:lnTo>
                <a:lnTo>
                  <a:pt x="4633" y="3272"/>
                </a:lnTo>
                <a:lnTo>
                  <a:pt x="4627" y="3275"/>
                </a:lnTo>
                <a:lnTo>
                  <a:pt x="4621" y="3278"/>
                </a:lnTo>
                <a:lnTo>
                  <a:pt x="4616" y="3278"/>
                </a:lnTo>
                <a:lnTo>
                  <a:pt x="4610" y="3278"/>
                </a:lnTo>
                <a:lnTo>
                  <a:pt x="4605" y="3275"/>
                </a:lnTo>
                <a:lnTo>
                  <a:pt x="4599" y="3272"/>
                </a:lnTo>
                <a:lnTo>
                  <a:pt x="4595" y="3270"/>
                </a:lnTo>
                <a:lnTo>
                  <a:pt x="4415" y="3090"/>
                </a:lnTo>
                <a:lnTo>
                  <a:pt x="0" y="309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2951396"/>
            <a:ext cx="10561418" cy="1468800"/>
          </a:xfrm>
        </p:spPr>
        <p:txBody>
          <a:bodyPr anchor="b"/>
          <a:lstStyle>
            <a:lvl1pPr algn="r">
              <a:defRPr sz="4800" b="1" cap="none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5281201"/>
            <a:ext cx="10561418" cy="433955"/>
          </a:xfrm>
        </p:spPr>
        <p:txBody>
          <a:bodyPr anchor="t">
            <a:no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2650DB-8017-423E-BFF6-DD03BCBF6F0A}" type="datetimeFigureOut">
              <a:rPr lang="hu-HU" smtClean="0"/>
              <a:t>2026. 03. 16.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5AE39-264F-4B4E-ADB5-41852A5A5BD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0108519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8712" y="2222287"/>
            <a:ext cx="5185873" cy="3638763"/>
          </a:xfrm>
        </p:spPr>
        <p:txBody>
          <a:bodyPr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7415" y="2222287"/>
            <a:ext cx="5194583" cy="3638764"/>
          </a:xfrm>
        </p:spPr>
        <p:txBody>
          <a:bodyPr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2650DB-8017-423E-BFF6-DD03BCBF6F0A}" type="datetimeFigureOut">
              <a:rPr lang="hu-HU" smtClean="0"/>
              <a:t>2026. 03. 16.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5AE39-264F-4B4E-ADB5-41852A5A5BD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569917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4728" y="2174875"/>
            <a:ext cx="5189857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4729" y="2751138"/>
            <a:ext cx="5189856" cy="3109913"/>
          </a:xfrm>
        </p:spPr>
        <p:txBody>
          <a:bodyPr anchor="t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7415" y="2174875"/>
            <a:ext cx="5194583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7415" y="2751138"/>
            <a:ext cx="5194583" cy="3109913"/>
          </a:xfrm>
        </p:spPr>
        <p:txBody>
          <a:bodyPr anchor="t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2650DB-8017-423E-BFF6-DD03BCBF6F0A}" type="datetimeFigureOut">
              <a:rPr lang="hu-HU" smtClean="0"/>
              <a:t>2026. 03. 16.</a:t>
            </a:fld>
            <a:endParaRPr lang="hu-H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5AE39-264F-4B4E-ADB5-41852A5A5BD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0241376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2650DB-8017-423E-BFF6-DD03BCBF6F0A}" type="datetimeFigureOut">
              <a:rPr lang="hu-HU" smtClean="0"/>
              <a:t>2026. 03. 16.</a:t>
            </a:fld>
            <a:endParaRPr lang="hu-H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5AE39-264F-4B4E-ADB5-41852A5A5BD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2801973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2650DB-8017-423E-BFF6-DD03BCBF6F0A}" type="datetimeFigureOut">
              <a:rPr lang="hu-HU" smtClean="0"/>
              <a:t>2026. 03. 16.</a:t>
            </a:fld>
            <a:endParaRPr lang="hu-H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5AE39-264F-4B4E-ADB5-41852A5A5BD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9661781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1073151" y="446087"/>
            <a:ext cx="3547533" cy="1814651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3151" y="446088"/>
            <a:ext cx="3547533" cy="1618396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446088"/>
            <a:ext cx="6252633" cy="5414963"/>
          </a:xfrm>
        </p:spPr>
        <p:txBody>
          <a:bodyPr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3151" y="2260738"/>
            <a:ext cx="3547533" cy="360031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2650DB-8017-423E-BFF6-DD03BCBF6F0A}" type="datetimeFigureOut">
              <a:rPr lang="hu-HU" smtClean="0"/>
              <a:t>2026. 03. 16.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5AE39-264F-4B4E-ADB5-41852A5A5BD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8680234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4728" y="727522"/>
            <a:ext cx="4852988" cy="1617163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9" name="Picture Placeholder 11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6098117" y="0"/>
            <a:ext cx="6093883" cy="6858000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noFill/>
          <a:ln w="9525">
            <a:solidFill>
              <a:schemeClr val="tx2"/>
            </a:solidFill>
            <a:round/>
            <a:headEnd/>
            <a:tailEnd/>
          </a:ln>
          <a:effectLst/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algn="ctr">
              <a:buFontTx/>
              <a:buNone/>
              <a:defRPr sz="1400"/>
            </a:lvl1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4728" y="2344684"/>
            <a:ext cx="4852988" cy="3516365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885810" y="6041362"/>
            <a:ext cx="976879" cy="365125"/>
          </a:xfrm>
        </p:spPr>
        <p:txBody>
          <a:bodyPr/>
          <a:lstStyle/>
          <a:p>
            <a:fld id="{A12650DB-8017-423E-BFF6-DD03BCBF6F0A}" type="datetimeFigureOut">
              <a:rPr lang="hu-HU" smtClean="0"/>
              <a:t>2026. 03. 16.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0396" y="6041362"/>
            <a:ext cx="3295413" cy="365125"/>
          </a:xfrm>
        </p:spPr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862689" y="5915888"/>
            <a:ext cx="1062155" cy="490599"/>
          </a:xfrm>
        </p:spPr>
        <p:txBody>
          <a:bodyPr/>
          <a:lstStyle/>
          <a:p>
            <a:fld id="{BC75AE39-264F-4B4E-ADB5-41852A5A5BD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7050223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áma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800600"/>
            <a:ext cx="10561418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5" name="Picture Placeholder 14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0" y="0"/>
            <a:ext cx="12192000" cy="4800600"/>
          </a:xfrm>
          <a:custGeom>
            <a:avLst/>
            <a:gdLst/>
            <a:ahLst/>
            <a:cxnLst/>
            <a:rect l="0" t="0" r="r" b="b"/>
            <a:pathLst>
              <a:path w="5760" h="3289">
                <a:moveTo>
                  <a:pt x="5760" y="0"/>
                </a:moveTo>
                <a:lnTo>
                  <a:pt x="0" y="0"/>
                </a:lnTo>
                <a:lnTo>
                  <a:pt x="0" y="3100"/>
                </a:lnTo>
                <a:lnTo>
                  <a:pt x="943" y="3100"/>
                </a:lnTo>
                <a:lnTo>
                  <a:pt x="1123" y="3281"/>
                </a:lnTo>
                <a:lnTo>
                  <a:pt x="1123" y="3281"/>
                </a:lnTo>
                <a:lnTo>
                  <a:pt x="1127" y="3283"/>
                </a:lnTo>
                <a:lnTo>
                  <a:pt x="1133" y="3286"/>
                </a:lnTo>
                <a:lnTo>
                  <a:pt x="1139" y="3289"/>
                </a:lnTo>
                <a:lnTo>
                  <a:pt x="1144" y="3289"/>
                </a:lnTo>
                <a:lnTo>
                  <a:pt x="1150" y="3289"/>
                </a:lnTo>
                <a:lnTo>
                  <a:pt x="1155" y="3286"/>
                </a:lnTo>
                <a:lnTo>
                  <a:pt x="1161" y="3283"/>
                </a:lnTo>
                <a:lnTo>
                  <a:pt x="1165" y="3281"/>
                </a:lnTo>
                <a:lnTo>
                  <a:pt x="1345" y="3100"/>
                </a:lnTo>
                <a:lnTo>
                  <a:pt x="5760" y="3100"/>
                </a:lnTo>
                <a:lnTo>
                  <a:pt x="5760" y="0"/>
                </a:lnTo>
                <a:close/>
              </a:path>
            </a:pathLst>
          </a:custGeom>
          <a:noFill/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0000" y="5367338"/>
            <a:ext cx="10561418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2650DB-8017-423E-BFF6-DD03BCBF6F0A}" type="datetimeFigureOut">
              <a:rPr lang="hu-HU" smtClean="0"/>
              <a:t>2026. 03. 16.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5AE39-264F-4B4E-ADB5-41852A5A5BD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8928505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dézet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>
            <a:spLocks noChangeAspect="1"/>
          </p:cNvSpPr>
          <p:nvPr/>
        </p:nvSpPr>
        <p:spPr bwMode="auto">
          <a:xfrm>
            <a:off x="631697" y="1081456"/>
            <a:ext cx="6332416" cy="3239188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0985" y="1238502"/>
            <a:ext cx="5893840" cy="2645912"/>
          </a:xfrm>
        </p:spPr>
        <p:txBody>
          <a:bodyPr anchor="b"/>
          <a:lstStyle>
            <a:lvl1pPr algn="l">
              <a:defRPr sz="4200" b="1" cap="none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3190" y="4443680"/>
            <a:ext cx="5891636" cy="713241"/>
          </a:xfrm>
        </p:spPr>
        <p:txBody>
          <a:bodyPr anchor="t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7574642" y="1081456"/>
            <a:ext cx="3810001" cy="407546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2650DB-8017-423E-BFF6-DD03BCBF6F0A}" type="datetimeFigureOut">
              <a:rPr lang="hu-HU" smtClean="0"/>
              <a:t>2026. 03. 16.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5AE39-264F-4B4E-ADB5-41852A5A5BD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5435707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évkárty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6"/>
          <p:cNvSpPr>
            <a:spLocks noChangeAspect="1"/>
          </p:cNvSpPr>
          <p:nvPr/>
        </p:nvSpPr>
        <p:spPr bwMode="auto">
          <a:xfrm>
            <a:off x="1140884" y="2286585"/>
            <a:ext cx="4895115" cy="2503972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8" name="Title 1"/>
          <p:cNvSpPr>
            <a:spLocks noGrp="1"/>
          </p:cNvSpPr>
          <p:nvPr>
            <p:ph type="title"/>
          </p:nvPr>
        </p:nvSpPr>
        <p:spPr>
          <a:xfrm>
            <a:off x="1357089" y="2435957"/>
            <a:ext cx="4382521" cy="2007789"/>
          </a:xfrm>
        </p:spPr>
        <p:txBody>
          <a:bodyPr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6156000" y="2286000"/>
            <a:ext cx="4880300" cy="229552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2650DB-8017-423E-BFF6-DD03BCBF6F0A}" type="datetimeFigureOut">
              <a:rPr lang="hu-HU" smtClean="0"/>
              <a:t>2026. 03. 16.</a:t>
            </a:fld>
            <a:endParaRPr lang="hu-H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5AE39-264F-4B4E-ADB5-41852A5A5BD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03182566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2650DB-8017-423E-BFF6-DD03BCBF6F0A}" type="datetimeFigureOut">
              <a:rPr lang="hu-HU" smtClean="0"/>
              <a:t>2026. 03. 16.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5AE39-264F-4B4E-ADB5-41852A5A5BD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46977587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7669651" y="446089"/>
            <a:ext cx="4522349" cy="5414962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183540" y="586171"/>
            <a:ext cx="2494791" cy="5134798"/>
          </a:xfrm>
        </p:spPr>
        <p:txBody>
          <a:bodyPr vert="eaVert"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0001" y="446089"/>
            <a:ext cx="6611540" cy="5414962"/>
          </a:xfrm>
        </p:spPr>
        <p:txBody>
          <a:bodyPr vert="eaVert" anchor="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2650DB-8017-423E-BFF6-DD03BCBF6F0A}" type="datetimeFigureOut">
              <a:rPr lang="hu-HU" smtClean="0"/>
              <a:t>2026. 03. 16.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5AE39-264F-4B4E-ADB5-41852A5A5BD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7398071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effectLst>
            <a:outerShdw blurRad="50800" dir="14400000">
              <a:srgbClr val="000000">
                <a:alpha val="60000"/>
              </a:srgbClr>
            </a:outerShdw>
          </a:effectLst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2184401"/>
            <a:ext cx="10563285" cy="3674397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hu-H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A12650DB-8017-423E-BFF6-DD03BCBF6F0A}" type="datetimeFigureOut">
              <a:rPr lang="hu-HU" smtClean="0"/>
              <a:t>2026. 03. 16.</a:t>
            </a:fld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</p:spPr>
        <p:txBody>
          <a:bodyPr vert="horz" lIns="91440" tIns="45720" rIns="91440" bIns="10800" rtlCol="0" anchor="b"/>
          <a:lstStyle>
            <a:lvl1pPr algn="r">
              <a:defRPr sz="2000">
                <a:solidFill>
                  <a:schemeClr val="accent1"/>
                </a:solidFill>
              </a:defRPr>
            </a:lvl1pPr>
          </a:lstStyle>
          <a:p>
            <a:fld id="{BC75AE39-264F-4B4E-ADB5-41852A5A5BD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70444347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78" r:id="rId3"/>
    <p:sldLayoutId id="2147483679" r:id="rId4"/>
    <p:sldLayoutId id="2147483680" r:id="rId5"/>
    <p:sldLayoutId id="2147483681" r:id="rId6"/>
    <p:sldLayoutId id="2147483682" r:id="rId7"/>
    <p:sldLayoutId id="2147483683" r:id="rId8"/>
    <p:sldLayoutId id="2147483684" r:id="rId9"/>
    <p:sldLayoutId id="2147483685" r:id="rId10"/>
    <p:sldLayoutId id="2147483686" r:id="rId11"/>
    <p:sldLayoutId id="2147483687" r:id="rId12"/>
    <p:sldLayoutId id="2147483688" r:id="rId13"/>
    <p:sldLayoutId id="2147483689" r:id="rId14"/>
  </p:sldLayoutIdLst>
  <p:txStyles>
    <p:titleStyle>
      <a:lvl1pPr algn="l" defTabSz="457200" rtl="0" eaLnBrk="1" latinLnBrk="0" hangingPunct="1">
        <a:spcBef>
          <a:spcPct val="0"/>
        </a:spcBef>
        <a:buNone/>
        <a:defRPr sz="4000" b="1" kern="1200">
          <a:solidFill>
            <a:srgbClr val="FEFEFE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4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6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5E094C7B-CDBE-4ED8-A16E-CF33E3122C8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hu-HU" dirty="0"/>
              <a:t>A tudás fája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7CA69FCC-17F8-4AF3-870F-F85FD7179F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0001" y="4986867"/>
            <a:ext cx="10831666" cy="728954"/>
          </a:xfrm>
        </p:spPr>
        <p:txBody>
          <a:bodyPr/>
          <a:lstStyle/>
          <a:p>
            <a:r>
              <a:rPr lang="hu-HU" dirty="0"/>
              <a:t>Készítette: </a:t>
            </a:r>
            <a:r>
              <a:rPr lang="hu-HU" dirty="0" err="1"/>
              <a:t>Feke</a:t>
            </a:r>
            <a:r>
              <a:rPr lang="hu-HU" dirty="0"/>
              <a:t> Gergő</a:t>
            </a:r>
          </a:p>
        </p:txBody>
      </p:sp>
    </p:spTree>
    <p:extLst>
      <p:ext uri="{BB962C8B-B14F-4D97-AF65-F5344CB8AC3E}">
        <p14:creationId xmlns:p14="http://schemas.microsoft.com/office/powerpoint/2010/main" val="37338542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7B58663C-E8AE-4896-91BA-4EE8536DB6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A program célja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5AC15FF2-05B9-4F48-A046-5580B7EA36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0867" y="1261533"/>
            <a:ext cx="11898219" cy="5571067"/>
          </a:xfrm>
        </p:spPr>
        <p:txBody>
          <a:bodyPr/>
          <a:lstStyle/>
          <a:p>
            <a:r>
              <a:rPr lang="hu-HU" dirty="0"/>
              <a:t>A program egy kvízjáték, amelyben a felhasználó kérdésekre válaszol.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v"/>
            </a:pPr>
            <a:r>
              <a:rPr lang="hu-HU" dirty="0"/>
              <a:t>Fő funkciók: </a:t>
            </a:r>
          </a:p>
          <a:p>
            <a:pPr lvl="4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v"/>
            </a:pPr>
            <a:r>
              <a:rPr lang="hu-HU" altLang="hu-HU" dirty="0">
                <a:latin typeface="Arial" panose="020B0604020202020204" pitchFamily="34" charset="0"/>
              </a:rPr>
              <a:t>Kérdések betöltése fájlból</a:t>
            </a:r>
          </a:p>
          <a:p>
            <a:pPr marL="2285700" lvl="5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v"/>
            </a:pPr>
            <a:r>
              <a:rPr lang="hu-HU" altLang="hu-HU" dirty="0">
                <a:latin typeface="Arial" panose="020B0604020202020204" pitchFamily="34" charset="0"/>
              </a:rPr>
              <a:t>4 Válaszlehetőség</a:t>
            </a:r>
          </a:p>
          <a:p>
            <a:pPr marL="1943100" lvl="4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v"/>
            </a:pPr>
            <a:r>
              <a:rPr lang="hu-HU" altLang="hu-HU" dirty="0">
                <a:latin typeface="Arial" panose="020B0604020202020204" pitchFamily="34" charset="0"/>
              </a:rPr>
              <a:t>Életrendszer (3 élet)</a:t>
            </a:r>
          </a:p>
          <a:p>
            <a:pPr marL="2285700" lvl="5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v"/>
            </a:pPr>
            <a:r>
              <a:rPr lang="hu-HU" altLang="hu-HU" dirty="0">
                <a:latin typeface="Arial" panose="020B0604020202020204" pitchFamily="34" charset="0"/>
              </a:rPr>
              <a:t>Válasz ellenőrzése</a:t>
            </a:r>
          </a:p>
          <a:p>
            <a:pPr marL="1943100" lvl="4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v"/>
            </a:pPr>
            <a:r>
              <a:rPr lang="hu-HU" altLang="hu-HU" dirty="0">
                <a:latin typeface="Arial" panose="020B0604020202020204" pitchFamily="34" charset="0"/>
              </a:rPr>
              <a:t>Magyarázat megjelenítése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</a:pP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9699979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182E966F-EBDC-4EEE-8275-E5069F6EA5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Adatok kezelése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E3F6B091-6289-4B95-BA32-A0D63C89BD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6431" y="2296409"/>
            <a:ext cx="10554574" cy="3636511"/>
          </a:xfrm>
        </p:spPr>
        <p:txBody>
          <a:bodyPr/>
          <a:lstStyle/>
          <a:p>
            <a:r>
              <a:rPr lang="hu-HU" dirty="0"/>
              <a:t>A kérdések egy </a:t>
            </a:r>
            <a:r>
              <a:rPr lang="hu-HU" b="1" dirty="0"/>
              <a:t>szövegfájlból</a:t>
            </a:r>
            <a:r>
              <a:rPr lang="hu-HU" dirty="0"/>
              <a:t> töltődnek be.</a:t>
            </a:r>
          </a:p>
          <a:p>
            <a:r>
              <a:rPr lang="hu-HU" dirty="0"/>
              <a:t>A kérdéseket egy </a:t>
            </a:r>
            <a:r>
              <a:rPr lang="hu-HU" b="1" dirty="0"/>
              <a:t>Listában</a:t>
            </a:r>
            <a:r>
              <a:rPr lang="hu-HU" dirty="0"/>
              <a:t> tároljuk:</a:t>
            </a:r>
          </a:p>
          <a:p>
            <a:r>
              <a:rPr lang="hu-HU" dirty="0"/>
              <a:t>Ez tartalmazza:</a:t>
            </a:r>
          </a:p>
          <a:p>
            <a:pPr lvl="2"/>
            <a:r>
              <a:rPr lang="hu-HU" dirty="0"/>
              <a:t>kérdés</a:t>
            </a:r>
          </a:p>
          <a:p>
            <a:pPr lvl="2"/>
            <a:r>
              <a:rPr lang="hu-HU" dirty="0"/>
              <a:t>válaszok</a:t>
            </a:r>
          </a:p>
          <a:p>
            <a:pPr lvl="2"/>
            <a:r>
              <a:rPr lang="hu-HU" dirty="0"/>
              <a:t>helyes válasz</a:t>
            </a:r>
          </a:p>
          <a:p>
            <a:pPr lvl="2"/>
            <a:r>
              <a:rPr lang="hu-HU" dirty="0"/>
              <a:t>magyarázat</a:t>
            </a:r>
          </a:p>
          <a:p>
            <a:endParaRPr lang="hu-HU" dirty="0"/>
          </a:p>
        </p:txBody>
      </p:sp>
      <p:pic>
        <p:nvPicPr>
          <p:cNvPr id="9" name="Kép 8">
            <a:extLst>
              <a:ext uri="{FF2B5EF4-FFF2-40B4-BE49-F238E27FC236}">
                <a16:creationId xmlns:a16="http://schemas.microsoft.com/office/drawing/2014/main" id="{A8D4FA82-B403-443A-9F32-9CF3CD8A5C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6770" y="2779143"/>
            <a:ext cx="5544324" cy="181000"/>
          </a:xfrm>
          <a:prstGeom prst="rect">
            <a:avLst/>
          </a:prstGeom>
        </p:spPr>
      </p:pic>
      <p:pic>
        <p:nvPicPr>
          <p:cNvPr id="10" name="Kép 9">
            <a:extLst>
              <a:ext uri="{FF2B5EF4-FFF2-40B4-BE49-F238E27FC236}">
                <a16:creationId xmlns:a16="http://schemas.microsoft.com/office/drawing/2014/main" id="{F00BB719-A448-43F4-9CB7-ED8355E226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3984" y="3199432"/>
            <a:ext cx="6439799" cy="209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58750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EB13BE1A-454D-498D-81E7-A1084A617F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Kérdés megjelenítése</a:t>
            </a: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40C098CD-7ABF-4C1E-A4AD-650C0107471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66312" y="2078158"/>
            <a:ext cx="6171946" cy="20621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kumimoji="0" lang="hu-HU" altLang="hu-H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</a:t>
            </a:r>
            <a:r>
              <a:rPr lang="hu-HU" dirty="0" err="1"/>
              <a:t>KerdesKiiras</a:t>
            </a:r>
            <a:r>
              <a:rPr lang="hu-HU" dirty="0"/>
              <a:t>()</a:t>
            </a:r>
            <a:r>
              <a:rPr kumimoji="0" lang="hu-HU" altLang="hu-HU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hu-HU" altLang="hu-H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függvény írja ki a kérdést és a válaszokat.</a:t>
            </a:r>
          </a:p>
          <a:p>
            <a:r>
              <a:rPr lang="hu-HU" dirty="0"/>
              <a:t>Feladata:</a:t>
            </a:r>
          </a:p>
          <a:p>
            <a:pPr lvl="2"/>
            <a:r>
              <a:rPr lang="hu-HU" dirty="0"/>
              <a:t>aktuális kérdés betöltése</a:t>
            </a:r>
          </a:p>
          <a:p>
            <a:pPr lvl="2"/>
            <a:r>
              <a:rPr lang="hu-HU" dirty="0"/>
              <a:t>válaszok megjelenítése</a:t>
            </a:r>
          </a:p>
          <a:p>
            <a:pPr lvl="2"/>
            <a:r>
              <a:rPr lang="hu-HU" dirty="0"/>
              <a:t>gombok színének visszaállítása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kumimoji="0" lang="hu-HU" altLang="hu-H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</p:txBody>
      </p:sp>
      <p:pic>
        <p:nvPicPr>
          <p:cNvPr id="10" name="Kép 9">
            <a:extLst>
              <a:ext uri="{FF2B5EF4-FFF2-40B4-BE49-F238E27FC236}">
                <a16:creationId xmlns:a16="http://schemas.microsoft.com/office/drawing/2014/main" id="{3E3A7324-AC06-47F9-8ECC-40A7FAE531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1419" y="1975781"/>
            <a:ext cx="4567122" cy="1828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37662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743DAEE8-E48F-4248-98B3-5472C49DFF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8712" y="836655"/>
            <a:ext cx="10571998" cy="970450"/>
          </a:xfrm>
        </p:spPr>
        <p:txBody>
          <a:bodyPr/>
          <a:lstStyle/>
          <a:p>
            <a:r>
              <a:rPr lang="hu-HU" dirty="0"/>
              <a:t>Válasz ellenőrzése</a:t>
            </a:r>
            <a:br>
              <a:rPr lang="hu-HU" dirty="0"/>
            </a:br>
            <a:endParaRPr lang="hu-HU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6EC16552-A7B4-4087-BA94-786975043F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7028" y="1019129"/>
            <a:ext cx="10554574" cy="3636511"/>
          </a:xfrm>
        </p:spPr>
        <p:txBody>
          <a:bodyPr/>
          <a:lstStyle/>
          <a:p>
            <a:r>
              <a:rPr lang="hu-HU" dirty="0"/>
              <a:t>A </a:t>
            </a:r>
            <a:r>
              <a:rPr lang="hu-HU" dirty="0" err="1"/>
              <a:t>Valasz_Click</a:t>
            </a:r>
            <a:r>
              <a:rPr lang="hu-HU" dirty="0"/>
              <a:t>() metódus ellenőrzi a választ.</a:t>
            </a:r>
          </a:p>
          <a:p>
            <a:r>
              <a:rPr lang="hu-HU" dirty="0"/>
              <a:t>Ha a válasz:</a:t>
            </a:r>
          </a:p>
          <a:p>
            <a:pPr lvl="2"/>
            <a:r>
              <a:rPr lang="hu-HU" dirty="0"/>
              <a:t>helyes → zöld</a:t>
            </a:r>
          </a:p>
          <a:p>
            <a:pPr lvl="2"/>
            <a:r>
              <a:rPr lang="hu-HU" dirty="0"/>
              <a:t>rossz → piros és élet csökken</a:t>
            </a:r>
          </a:p>
          <a:p>
            <a:endParaRPr lang="hu-HU" dirty="0"/>
          </a:p>
        </p:txBody>
      </p:sp>
      <p:pic>
        <p:nvPicPr>
          <p:cNvPr id="4" name="Kép 3">
            <a:extLst>
              <a:ext uri="{FF2B5EF4-FFF2-40B4-BE49-F238E27FC236}">
                <a16:creationId xmlns:a16="http://schemas.microsoft.com/office/drawing/2014/main" id="{4C7D60C4-8A6E-45E9-BD99-6D50CE5A69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5934" y="1989579"/>
            <a:ext cx="3924848" cy="2353003"/>
          </a:xfrm>
          <a:prstGeom prst="rect">
            <a:avLst/>
          </a:prstGeom>
        </p:spPr>
      </p:pic>
      <p:pic>
        <p:nvPicPr>
          <p:cNvPr id="6" name="Kép 5">
            <a:extLst>
              <a:ext uri="{FF2B5EF4-FFF2-40B4-BE49-F238E27FC236}">
                <a16:creationId xmlns:a16="http://schemas.microsoft.com/office/drawing/2014/main" id="{3C518E83-AF5D-42E4-A07D-25DDDDE724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712" y="4095060"/>
            <a:ext cx="4982270" cy="1486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25122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7FFC1A8-486A-4675-BE5E-A3AFE886F0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8712" y="719904"/>
            <a:ext cx="10571998" cy="970450"/>
          </a:xfrm>
        </p:spPr>
        <p:txBody>
          <a:bodyPr/>
          <a:lstStyle/>
          <a:p>
            <a:r>
              <a:rPr lang="hu-HU" dirty="0"/>
              <a:t>Életrendszer</a:t>
            </a:r>
            <a:br>
              <a:rPr lang="hu-HU" dirty="0"/>
            </a:br>
            <a:endParaRPr lang="hu-HU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64A6182A-7D93-4CE1-B251-A19036F9E9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3333" y="2599267"/>
            <a:ext cx="10292226" cy="2647988"/>
          </a:xfrm>
        </p:spPr>
        <p:txBody>
          <a:bodyPr>
            <a:normAutofit fontScale="92500" lnSpcReduction="10000"/>
          </a:bodyPr>
          <a:lstStyle/>
          <a:p>
            <a:r>
              <a:rPr lang="fr-FR" dirty="0"/>
              <a:t>A </a:t>
            </a:r>
            <a:r>
              <a:rPr lang="fr-FR" dirty="0" err="1"/>
              <a:t>játékos</a:t>
            </a:r>
            <a:r>
              <a:rPr lang="fr-FR" dirty="0"/>
              <a:t> 3 </a:t>
            </a:r>
            <a:r>
              <a:rPr lang="fr-FR" dirty="0" err="1"/>
              <a:t>élettel</a:t>
            </a:r>
            <a:r>
              <a:rPr lang="fr-FR" dirty="0"/>
              <a:t> </a:t>
            </a:r>
            <a:r>
              <a:rPr lang="fr-FR" dirty="0" err="1"/>
              <a:t>kezd</a:t>
            </a:r>
            <a:r>
              <a:rPr lang="fr-FR" dirty="0"/>
              <a:t>.</a:t>
            </a:r>
            <a:endParaRPr lang="hu-HU" dirty="0"/>
          </a:p>
          <a:p>
            <a:endParaRPr lang="hu-HU" dirty="0"/>
          </a:p>
          <a:p>
            <a:endParaRPr lang="hu-HU" dirty="0"/>
          </a:p>
          <a:p>
            <a:r>
              <a:rPr lang="fr-FR" dirty="0" err="1"/>
              <a:t>Az</a:t>
            </a:r>
            <a:r>
              <a:rPr lang="fr-FR" dirty="0"/>
              <a:t> </a:t>
            </a:r>
            <a:r>
              <a:rPr lang="fr-FR" dirty="0" err="1"/>
              <a:t>életek</a:t>
            </a:r>
            <a:r>
              <a:rPr lang="fr-FR" dirty="0"/>
              <a:t> </a:t>
            </a:r>
            <a:r>
              <a:rPr lang="fr-FR" dirty="0" err="1"/>
              <a:t>frissítése</a:t>
            </a:r>
            <a:r>
              <a:rPr lang="fr-FR" dirty="0"/>
              <a:t>:</a:t>
            </a:r>
            <a:endParaRPr lang="hu-HU" dirty="0"/>
          </a:p>
          <a:p>
            <a:endParaRPr lang="hu-HU" dirty="0"/>
          </a:p>
          <a:p>
            <a:endParaRPr lang="hu-HU" dirty="0"/>
          </a:p>
          <a:p>
            <a:r>
              <a:rPr lang="fr-FR" dirty="0"/>
              <a:t>Ha </a:t>
            </a:r>
            <a:r>
              <a:rPr lang="fr-FR" dirty="0" err="1"/>
              <a:t>az</a:t>
            </a:r>
            <a:r>
              <a:rPr lang="fr-FR" dirty="0"/>
              <a:t> </a:t>
            </a:r>
            <a:r>
              <a:rPr lang="fr-FR" dirty="0" err="1"/>
              <a:t>életek</a:t>
            </a:r>
            <a:r>
              <a:rPr lang="fr-FR" dirty="0"/>
              <a:t> </a:t>
            </a:r>
            <a:r>
              <a:rPr lang="fr-FR" dirty="0" err="1"/>
              <a:t>elfogynak</a:t>
            </a:r>
            <a:r>
              <a:rPr lang="fr-FR" dirty="0"/>
              <a:t>:</a:t>
            </a:r>
          </a:p>
          <a:p>
            <a:endParaRPr lang="fr-FR" dirty="0"/>
          </a:p>
          <a:p>
            <a:pPr marL="0" indent="0">
              <a:buNone/>
            </a:pPr>
            <a:endParaRPr lang="hu-HU" dirty="0"/>
          </a:p>
        </p:txBody>
      </p:sp>
      <p:pic>
        <p:nvPicPr>
          <p:cNvPr id="4" name="Kép 3">
            <a:extLst>
              <a:ext uri="{FF2B5EF4-FFF2-40B4-BE49-F238E27FC236}">
                <a16:creationId xmlns:a16="http://schemas.microsoft.com/office/drawing/2014/main" id="{103EFF0A-B662-43CE-8A92-15D5524BBF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0229" y="2337502"/>
            <a:ext cx="2727429" cy="339716"/>
          </a:xfrm>
          <a:prstGeom prst="rect">
            <a:avLst/>
          </a:prstGeom>
        </p:spPr>
      </p:pic>
      <p:pic>
        <p:nvPicPr>
          <p:cNvPr id="5" name="Kép 4">
            <a:extLst>
              <a:ext uri="{FF2B5EF4-FFF2-40B4-BE49-F238E27FC236}">
                <a16:creationId xmlns:a16="http://schemas.microsoft.com/office/drawing/2014/main" id="{374EF340-6C4F-41EC-A35F-F2335ECC91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58663" y="3278700"/>
            <a:ext cx="4745120" cy="710942"/>
          </a:xfrm>
          <a:prstGeom prst="rect">
            <a:avLst/>
          </a:prstGeom>
        </p:spPr>
      </p:pic>
      <p:pic>
        <p:nvPicPr>
          <p:cNvPr id="6" name="Kép 5">
            <a:extLst>
              <a:ext uri="{FF2B5EF4-FFF2-40B4-BE49-F238E27FC236}">
                <a16:creationId xmlns:a16="http://schemas.microsoft.com/office/drawing/2014/main" id="{A0CE7217-2323-4A9D-A5AE-803B72398B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02130" y="4337158"/>
            <a:ext cx="3514859" cy="910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35272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F5DFCC30-529C-406D-B1FC-D0BE792584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000" y="895921"/>
            <a:ext cx="10571998" cy="970450"/>
          </a:xfrm>
        </p:spPr>
        <p:txBody>
          <a:bodyPr/>
          <a:lstStyle/>
          <a:p>
            <a:r>
              <a:rPr lang="hu-HU" dirty="0"/>
              <a:t>Magyarázat megjelenítése</a:t>
            </a:r>
            <a:br>
              <a:rPr lang="hu-HU" dirty="0"/>
            </a:br>
            <a:endParaRPr lang="hu-HU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BD9CF63F-1512-4415-86AB-A64648034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61822" y="2628640"/>
            <a:ext cx="10554574" cy="3636511"/>
          </a:xfrm>
        </p:spPr>
        <p:txBody>
          <a:bodyPr/>
          <a:lstStyle/>
          <a:p>
            <a:r>
              <a:rPr lang="hu-HU" dirty="0"/>
              <a:t>A játék minden kérdéshez magyarázatot is tartalmazza.</a:t>
            </a:r>
          </a:p>
          <a:p>
            <a:r>
              <a:rPr lang="hu-HU" dirty="0"/>
              <a:t>Ez segít a felhasználónak megérteni a helyes választ.</a:t>
            </a:r>
          </a:p>
          <a:p>
            <a:pPr marL="0" indent="0">
              <a:buNone/>
            </a:pPr>
            <a:endParaRPr lang="hu-HU" dirty="0"/>
          </a:p>
        </p:txBody>
      </p:sp>
      <p:pic>
        <p:nvPicPr>
          <p:cNvPr id="4" name="Kép 3">
            <a:extLst>
              <a:ext uri="{FF2B5EF4-FFF2-40B4-BE49-F238E27FC236}">
                <a16:creationId xmlns:a16="http://schemas.microsoft.com/office/drawing/2014/main" id="{00F3265F-3484-4822-AC30-EC75BA9D70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0080" y="4006665"/>
            <a:ext cx="5421054" cy="681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79558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41FE5261-4626-4021-BD27-64D864A6DD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Összegzés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FADAE517-7DD1-4F55-8B0A-B8D0B3D0F3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/>
              <a:t>A program fő elemei:</a:t>
            </a:r>
          </a:p>
          <a:p>
            <a:pPr lvl="1"/>
            <a:r>
              <a:rPr lang="hu-HU" dirty="0"/>
              <a:t>Fájlból betöltött kérdések.</a:t>
            </a:r>
          </a:p>
          <a:p>
            <a:pPr lvl="1"/>
            <a:r>
              <a:rPr lang="hu-HU" dirty="0"/>
              <a:t>Válasz ellenőrzés.</a:t>
            </a:r>
          </a:p>
          <a:p>
            <a:pPr lvl="1"/>
            <a:r>
              <a:rPr lang="hu-HU" dirty="0"/>
              <a:t>Életrendszer.</a:t>
            </a:r>
          </a:p>
          <a:p>
            <a:pPr lvl="1"/>
            <a:r>
              <a:rPr lang="hu-HU" dirty="0"/>
              <a:t>Magyarázat megjelenítése</a:t>
            </a:r>
          </a:p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17988142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Jegyezhető">
  <a:themeElements>
    <a:clrScheme name="Jegyezhető">
      <a:dk1>
        <a:sysClr val="windowText" lastClr="000000"/>
      </a:dk1>
      <a:lt1>
        <a:sysClr val="window" lastClr="FFFFFF"/>
      </a:lt1>
      <a:dk2>
        <a:srgbClr val="212121"/>
      </a:dk2>
      <a:lt2>
        <a:srgbClr val="636363"/>
      </a:lt2>
      <a:accent1>
        <a:srgbClr val="8664B0"/>
      </a:accent1>
      <a:accent2>
        <a:srgbClr val="D75BCD"/>
      </a:accent2>
      <a:accent3>
        <a:srgbClr val="E54D86"/>
      </a:accent3>
      <a:accent4>
        <a:srgbClr val="DE4547"/>
      </a:accent4>
      <a:accent5>
        <a:srgbClr val="F16E40"/>
      </a:accent5>
      <a:accent6>
        <a:srgbClr val="EB9C5A"/>
      </a:accent6>
      <a:hlink>
        <a:srgbClr val="8F8F8F"/>
      </a:hlink>
      <a:folHlink>
        <a:srgbClr val="A5A5A5"/>
      </a:folHlink>
    </a:clrScheme>
    <a:fontScheme name="Jegyezhető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Jegyezhető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lumMod val="105000"/>
              </a:schemeClr>
            </a:gs>
            <a:gs pos="100000">
              <a:schemeClr val="phClr">
                <a:tint val="9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8000"/>
                <a:lumMod val="102000"/>
              </a:schemeClr>
              <a:schemeClr val="phClr">
                <a:shade val="98000"/>
                <a:lumMod val="98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innerShdw blurRad="63500" dist="25400" dir="13500000">
              <a:srgbClr val="000000">
                <a:alpha val="75000"/>
              </a:srgbClr>
            </a:inn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</a:schemeClr>
            </a:gs>
            <a:gs pos="100000">
              <a:schemeClr val="phClr">
                <a:tint val="84000"/>
                <a:shade val="84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90000"/>
                <a:satMod val="120000"/>
                <a:lumMod val="90000"/>
              </a:schemeClr>
            </a:gs>
            <a:gs pos="100000">
              <a:schemeClr val="phClr"/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Quotable" id="{39EC5628-30ED-4578-ACD8-9820EDB8E15A}" vid="{7AF46513-5B0D-4B03-9323-32F3F0BFC9D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TM03457503[[fn=Jegyezhető]]</Template>
  <TotalTime>0</TotalTime>
  <Words>166</Words>
  <Application>Microsoft Office PowerPoint</Application>
  <PresentationFormat>Szélesvásznú</PresentationFormat>
  <Paragraphs>47</Paragraphs>
  <Slides>8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4</vt:i4>
      </vt:variant>
      <vt:variant>
        <vt:lpstr>Téma</vt:lpstr>
      </vt:variant>
      <vt:variant>
        <vt:i4>1</vt:i4>
      </vt:variant>
      <vt:variant>
        <vt:lpstr>Diacímek</vt:lpstr>
      </vt:variant>
      <vt:variant>
        <vt:i4>8</vt:i4>
      </vt:variant>
    </vt:vector>
  </HeadingPairs>
  <TitlesOfParts>
    <vt:vector size="13" baseType="lpstr">
      <vt:lpstr>Arial</vt:lpstr>
      <vt:lpstr>Century Gothic</vt:lpstr>
      <vt:lpstr>Wingdings</vt:lpstr>
      <vt:lpstr>Wingdings 2</vt:lpstr>
      <vt:lpstr>Jegyezhető</vt:lpstr>
      <vt:lpstr>A tudás fája</vt:lpstr>
      <vt:lpstr>A program célja</vt:lpstr>
      <vt:lpstr>Adatok kezelése</vt:lpstr>
      <vt:lpstr>Kérdés megjelenítése</vt:lpstr>
      <vt:lpstr>Válasz ellenőrzése </vt:lpstr>
      <vt:lpstr>Életrendszer </vt:lpstr>
      <vt:lpstr>Magyarázat megjelenítése </vt:lpstr>
      <vt:lpstr>Összegzés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tudás fája</dc:title>
  <dc:creator>Atsuhy</dc:creator>
  <cp:lastModifiedBy>Atsuhy</cp:lastModifiedBy>
  <cp:revision>7</cp:revision>
  <dcterms:created xsi:type="dcterms:W3CDTF">2026-03-16T07:16:30Z</dcterms:created>
  <dcterms:modified xsi:type="dcterms:W3CDTF">2026-03-16T08:19:54Z</dcterms:modified>
</cp:coreProperties>
</file>